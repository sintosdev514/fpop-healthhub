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1" r:id="rId1"/>
  </p:sldMasterIdLst>
  <p:notesMasterIdLst>
    <p:notesMasterId r:id="rId9"/>
  </p:notesMasterIdLst>
  <p:handoutMasterIdLst>
    <p:handoutMasterId r:id="rId10"/>
  </p:handoutMasterIdLst>
  <p:sldIdLst>
    <p:sldId id="291" r:id="rId2"/>
    <p:sldId id="309" r:id="rId3"/>
    <p:sldId id="310" r:id="rId4"/>
    <p:sldId id="311" r:id="rId5"/>
    <p:sldId id="312" r:id="rId6"/>
    <p:sldId id="313" r:id="rId7"/>
    <p:sldId id="314" r:id="rId8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6030"/>
    <a:srgbClr val="008000"/>
    <a:srgbClr val="006600"/>
    <a:srgbClr val="828383"/>
    <a:srgbClr val="666666"/>
    <a:srgbClr val="005BBB"/>
    <a:srgbClr val="4DC3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27"/>
    <p:restoredTop sz="95872"/>
  </p:normalViewPr>
  <p:slideViewPr>
    <p:cSldViewPr snapToGrid="0" snapToObjects="1">
      <p:cViewPr varScale="1">
        <p:scale>
          <a:sx n="58" d="100"/>
          <a:sy n="58" d="100"/>
        </p:scale>
        <p:origin x="772" y="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60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7" d="100"/>
          <a:sy n="87" d="100"/>
        </p:scale>
        <p:origin x="390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D33A1-6D17-2C4C-B4C2-C83DB37352CC}" type="datetimeFigureOut">
              <a:rPr lang="en-US" smtClean="0">
                <a:latin typeface="Arial" charset="0"/>
              </a:rPr>
              <a:pPr/>
              <a:t>4/14/2026</a:t>
            </a:fld>
            <a:endParaRPr lang="en-US" dirty="0">
              <a:latin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9171E-5108-1245-8B63-E8B205C9AF87}" type="slidenum">
              <a:rPr lang="en-US" smtClean="0">
                <a:latin typeface="Arial" charset="0"/>
              </a:rPr>
              <a:pPr/>
              <a:t>‹#›</a:t>
            </a:fld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5423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fld id="{5B96CA4F-2197-CC40-B4FC-798A937A9DC6}" type="datetimeFigureOut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fld id="{02322656-8894-1544-92AA-01B3CF5E61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75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2286029"/>
            <a:ext cx="10897528" cy="1862328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ctr">
              <a:lnSpc>
                <a:spcPts val="5800"/>
              </a:lnSpc>
              <a:defRPr sz="6000" b="1" i="0" cap="all" baseline="0">
                <a:solidFill>
                  <a:srgbClr val="00800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Title Presentation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4224771"/>
            <a:ext cx="10897528" cy="572943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 algn="ctr">
              <a:buNone/>
              <a:defRPr sz="2800" b="0" i="0">
                <a:solidFill>
                  <a:schemeClr val="accent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</p:spTree>
    <p:extLst>
      <p:ext uri="{BB962C8B-B14F-4D97-AF65-F5344CB8AC3E}">
        <p14:creationId xmlns:p14="http://schemas.microsoft.com/office/powerpoint/2010/main" val="505879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761" y="2743199"/>
            <a:ext cx="12191239" cy="895420"/>
          </a:xfrm>
          <a:prstGeom prst="rect">
            <a:avLst/>
          </a:prstGeom>
          <a:ln>
            <a:noFill/>
          </a:ln>
        </p:spPr>
        <p:txBody>
          <a:bodyPr lIns="0" anchor="b">
            <a:normAutofit/>
          </a:bodyPr>
          <a:lstStyle>
            <a:lvl1pPr algn="ctr">
              <a:lnSpc>
                <a:spcPts val="5800"/>
              </a:lnSpc>
              <a:defRPr sz="5400" b="1" i="0" cap="all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61" y="3625367"/>
            <a:ext cx="12190476" cy="562319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ctr">
              <a:buNone/>
              <a:defRPr sz="2400" b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75046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9468" y="2189263"/>
            <a:ext cx="6402832" cy="379048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569468" y="1320800"/>
            <a:ext cx="1051560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36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66897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66928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5029200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vitae dolor </a:t>
            </a:r>
            <a:r>
              <a:rPr lang="en-US" dirty="0" err="1"/>
              <a:t>euismod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. In </a:t>
            </a:r>
            <a:r>
              <a:rPr lang="en-US" dirty="0" err="1"/>
              <a:t>ornare</a:t>
            </a:r>
            <a:r>
              <a:rPr lang="en-US" dirty="0"/>
              <a:t> convallis </a:t>
            </a:r>
            <a:r>
              <a:rPr lang="en-US" dirty="0" err="1"/>
              <a:t>velit</a:t>
            </a:r>
            <a:r>
              <a:rPr lang="en-US" dirty="0"/>
              <a:t> vitae cursus. Integer </a:t>
            </a:r>
            <a:r>
              <a:rPr lang="en-US" dirty="0" err="1"/>
              <a:t>egestas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mi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sp>
        <p:nvSpPr>
          <p:cNvPr id="5" name="Title 3"/>
          <p:cNvSpPr>
            <a:spLocks noGrp="1"/>
          </p:cNvSpPr>
          <p:nvPr>
            <p:ph type="title" hasCustomPrompt="1"/>
          </p:nvPr>
        </p:nvSpPr>
        <p:spPr>
          <a:xfrm>
            <a:off x="569468" y="1320800"/>
            <a:ext cx="1051560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36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61855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66928" y="2185416"/>
            <a:ext cx="8557757" cy="373242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457200" marR="0" indent="-406400" algn="l" defTabSz="914400" rtl="0" eaLnBrk="1" fontAlgn="auto" latinLnBrk="0" hangingPunct="1">
              <a:lnSpc>
                <a:spcPts val="2600"/>
              </a:lnSpc>
              <a:spcBef>
                <a:spcPts val="1000"/>
              </a:spcBef>
              <a:spcAft>
                <a:spcPts val="0"/>
              </a:spcAft>
              <a:buClr>
                <a:srgbClr val="005BBB"/>
              </a:buClr>
              <a:buSzPct val="109000"/>
              <a:buFont typeface="Arial" charset="0"/>
              <a:buChar char="•"/>
              <a:tabLst/>
              <a:defRPr sz="2000" b="0" i="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r>
              <a:rPr lang="en-US" dirty="0" err="1"/>
              <a:t>Quisque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 in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</a:t>
            </a:r>
          </a:p>
          <a:p>
            <a:r>
              <a:rPr lang="en-US" dirty="0" err="1"/>
              <a:t>Donec</a:t>
            </a:r>
            <a:r>
              <a:rPr lang="en-US" dirty="0"/>
              <a:t> vitae </a:t>
            </a:r>
            <a:r>
              <a:rPr lang="en-US" dirty="0" err="1"/>
              <a:t>justo</a:t>
            </a:r>
            <a:r>
              <a:rPr lang="en-US" dirty="0"/>
              <a:t> et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  <a:p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ex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  <a:p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ac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</a:t>
            </a:r>
          </a:p>
          <a:p>
            <a:r>
              <a:rPr lang="en-US" dirty="0" err="1"/>
              <a:t>Duis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</a:t>
            </a:r>
          </a:p>
          <a:p>
            <a:r>
              <a:rPr lang="en-US" dirty="0"/>
              <a:t>Justo et neque odio facilisis turpis </a:t>
            </a:r>
            <a:r>
              <a:rPr lang="en-US" dirty="0" err="1"/>
              <a:t>sodales</a:t>
            </a:r>
            <a:r>
              <a:rPr lang="en-US" dirty="0"/>
              <a:t> placerat.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569468" y="1320800"/>
            <a:ext cx="1051560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36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0740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3 level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569468" y="1320800"/>
            <a:ext cx="1051560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36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566928" y="2185416"/>
            <a:ext cx="9678987" cy="38481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300"/>
              </a:lnSpc>
              <a:buClr>
                <a:srgbClr val="005BBB"/>
              </a:buClr>
              <a:buFontTx/>
              <a:buNone/>
              <a:defRPr sz="1700" b="1">
                <a:solidFill>
                  <a:srgbClr val="005BBB"/>
                </a:solidFill>
                <a:latin typeface="Arial" charset="0"/>
                <a:ea typeface="Arial" charset="0"/>
                <a:cs typeface="Arial" charset="0"/>
              </a:defRPr>
            </a:lvl1pPr>
            <a:lvl2pPr marL="736600" indent="-279400">
              <a:lnSpc>
                <a:spcPts val="2300"/>
              </a:lnSpc>
              <a:buClr>
                <a:srgbClr val="005BBB"/>
              </a:buClr>
              <a:buFont typeface="Arial" charset="0"/>
              <a:buChar char="•"/>
              <a:tabLst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marR="0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>
                <a:tab pos="1143000" algn="l"/>
              </a:tabLs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</a:t>
            </a:r>
          </a:p>
          <a:p>
            <a:pPr lvl="1"/>
            <a:r>
              <a:rPr lang="en-US" dirty="0"/>
              <a:t>Second level text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 </a:t>
            </a:r>
          </a:p>
          <a:p>
            <a:pPr lvl="2"/>
            <a:r>
              <a:rPr lang="en-US" dirty="0"/>
              <a:t>Third level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49412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098566" y="930275"/>
            <a:ext cx="7093434" cy="59309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6" name="Title 3"/>
          <p:cNvSpPr>
            <a:spLocks noGrp="1"/>
          </p:cNvSpPr>
          <p:nvPr>
            <p:ph type="title" hasCustomPrompt="1"/>
          </p:nvPr>
        </p:nvSpPr>
        <p:spPr>
          <a:xfrm>
            <a:off x="569468" y="1320800"/>
            <a:ext cx="4268653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36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9469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48040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114631" y="934720"/>
            <a:ext cx="7077369" cy="306467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6" name="Title 3"/>
          <p:cNvSpPr>
            <a:spLocks noGrp="1"/>
          </p:cNvSpPr>
          <p:nvPr>
            <p:ph type="title" hasCustomPrompt="1"/>
          </p:nvPr>
        </p:nvSpPr>
        <p:spPr>
          <a:xfrm>
            <a:off x="569468" y="1320800"/>
            <a:ext cx="4268653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36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114631" y="3998296"/>
            <a:ext cx="3602522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701089" y="3998296"/>
            <a:ext cx="3490912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9469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7271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0" y="927100"/>
            <a:ext cx="12192000" cy="59309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784519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68638" y="0"/>
            <a:ext cx="1169605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6" algn="ctr"/>
            <a:r>
              <a:rPr lang="en-US" sz="2400" dirty="0">
                <a:latin typeface="Arial" charset="0"/>
              </a:rPr>
              <a:t>‘-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2045778" y="1023929"/>
            <a:ext cx="8557756" cy="1402691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Effra Trial Heavy" charset="0"/>
                <a:ea typeface="Effra Trial Heavy" charset="0"/>
                <a:cs typeface="Effra Trial Heavy" charset="0"/>
              </a:defRPr>
            </a:lvl1pPr>
          </a:lstStyle>
          <a:p>
            <a:endParaRPr lang="en-US" sz="4800" dirty="0"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9" name="Text Placeholder 2"/>
          <p:cNvSpPr txBox="1">
            <a:spLocks/>
          </p:cNvSpPr>
          <p:nvPr userDrawn="1"/>
        </p:nvSpPr>
        <p:spPr>
          <a:xfrm>
            <a:off x="2045778" y="2555888"/>
            <a:ext cx="8557756" cy="3078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0" i="0" kern="1200">
                <a:solidFill>
                  <a:srgbClr val="828383"/>
                </a:solidFill>
                <a:latin typeface="Museo Slab 100" charset="0"/>
                <a:ea typeface="Museo Slab 100" charset="0"/>
                <a:cs typeface="Museo Slab 100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566928" y="2320111"/>
            <a:ext cx="10515600" cy="38133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566928" y="1316736"/>
            <a:ext cx="10515600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Slide Number Placeholder 6"/>
          <p:cNvSpPr txBox="1">
            <a:spLocks/>
          </p:cNvSpPr>
          <p:nvPr userDrawn="1"/>
        </p:nvSpPr>
        <p:spPr>
          <a:xfrm>
            <a:off x="11045952" y="6221885"/>
            <a:ext cx="725424" cy="534516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685800" rtl="0" eaLnBrk="1" latinLnBrk="0" hangingPunct="1">
              <a:defRPr sz="1000" b="1" i="0" kern="1200">
                <a:solidFill>
                  <a:srgbClr val="828383"/>
                </a:solidFill>
                <a:latin typeface="Museo Slab 900" charset="0"/>
                <a:ea typeface="Museo Slab 900" charset="0"/>
                <a:cs typeface="Museo Slab 900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15D2C3-7EB9-F849-9C19-1CC92E2870ED}" type="slidenum">
              <a:rPr lang="en-US" sz="1600" b="1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pPr/>
              <a:t>‹#›</a:t>
            </a:fld>
            <a:endParaRPr lang="en-US" sz="1600" b="1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4" name="Picture 13" descr="nwssu-pptbg-topgreen1.png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61" y="428"/>
            <a:ext cx="12190477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03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4" r:id="rId2"/>
    <p:sldLayoutId id="2147483895" r:id="rId3"/>
    <p:sldLayoutId id="2147483897" r:id="rId4"/>
    <p:sldLayoutId id="2147483907" r:id="rId5"/>
    <p:sldLayoutId id="2147483898" r:id="rId6"/>
    <p:sldLayoutId id="2147483900" r:id="rId7"/>
    <p:sldLayoutId id="2147483906" r:id="rId8"/>
    <p:sldLayoutId id="2147483902" r:id="rId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2"/>
          </a:solidFill>
          <a:latin typeface="Georgia" charset="0"/>
          <a:ea typeface="Georgia" charset="0"/>
          <a:cs typeface="Georgia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5BBB"/>
        </a:buClr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LucidaGrande" charset="0"/>
        <a:buChar char="-"/>
        <a:defRPr sz="1800" kern="1200" baseline="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80">
          <p15:clr>
            <a:srgbClr val="F26B43"/>
          </p15:clr>
        </p15:guide>
        <p15:guide id="2" pos="416">
          <p15:clr>
            <a:srgbClr val="F26B43"/>
          </p15:clr>
        </p15:guide>
        <p15:guide id="3" orient="horz" pos="4016">
          <p15:clr>
            <a:srgbClr val="F26B43"/>
          </p15:clr>
        </p15:guide>
        <p15:guide id="4" pos="7392">
          <p15:clr>
            <a:srgbClr val="F26B43"/>
          </p15:clr>
        </p15:guide>
        <p15:guide id="5" pos="288">
          <p15:clr>
            <a:srgbClr val="F26B43"/>
          </p15:clr>
        </p15:guide>
        <p15:guide id="6" pos="4464">
          <p15:clr>
            <a:srgbClr val="F26B43"/>
          </p15:clr>
        </p15:guide>
        <p15:guide id="7" pos="4704">
          <p15:clr>
            <a:srgbClr val="F26B43"/>
          </p15:clr>
        </p15:guide>
        <p15:guide id="8" pos="4512">
          <p15:clr>
            <a:srgbClr val="F26B43"/>
          </p15:clr>
        </p15:guide>
        <p15:guide id="9" orient="horz" pos="1848">
          <p15:clr>
            <a:srgbClr val="F26B43"/>
          </p15:clr>
        </p15:guide>
        <p15:guide id="10" orient="horz" pos="1896">
          <p15:clr>
            <a:srgbClr val="F26B43"/>
          </p15:clr>
        </p15:guide>
        <p15:guide id="11" orient="horz" pos="2880">
          <p15:clr>
            <a:srgbClr val="F26B43"/>
          </p15:clr>
        </p15:guide>
        <p15:guide id="1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702690" y="4237571"/>
            <a:ext cx="5670512" cy="572943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en-US" sz="8000" dirty="0">
                <a:solidFill>
                  <a:schemeClr val="tx1"/>
                </a:solidFill>
                <a:latin typeface="+mj-lt"/>
              </a:rPr>
              <a:t>Sales, John Errol M.</a:t>
            </a:r>
          </a:p>
          <a:p>
            <a:pPr algn="l"/>
            <a:r>
              <a:rPr lang="en-US" sz="1600" dirty="0">
                <a:solidFill>
                  <a:schemeClr val="tx1"/>
                </a:solidFill>
              </a:rPr>
              <a:t>‎</a:t>
            </a:r>
            <a:r>
              <a:rPr lang="en-US" sz="7200" dirty="0">
                <a:solidFill>
                  <a:schemeClr val="tx1"/>
                </a:solidFill>
                <a:latin typeface="+mj-lt"/>
              </a:rPr>
              <a:t>Villamor, Jay Vincent P.</a:t>
            </a:r>
          </a:p>
          <a:p>
            <a:pPr algn="l"/>
            <a:r>
              <a:rPr lang="en-US" sz="7200" dirty="0">
                <a:solidFill>
                  <a:schemeClr val="tx1"/>
                </a:solidFill>
                <a:latin typeface="+mj-lt"/>
              </a:rPr>
              <a:t>‎</a:t>
            </a:r>
            <a:r>
              <a:rPr lang="en-US" sz="7200" dirty="0" err="1">
                <a:solidFill>
                  <a:schemeClr val="tx1"/>
                </a:solidFill>
                <a:latin typeface="+mj-lt"/>
              </a:rPr>
              <a:t>Panugaling</a:t>
            </a:r>
            <a:r>
              <a:rPr lang="en-US" sz="7200" dirty="0">
                <a:solidFill>
                  <a:schemeClr val="tx1"/>
                </a:solidFill>
                <a:latin typeface="+mj-lt"/>
              </a:rPr>
              <a:t>, </a:t>
            </a:r>
            <a:r>
              <a:rPr lang="en-US" sz="7200" dirty="0" err="1">
                <a:solidFill>
                  <a:schemeClr val="tx1"/>
                </a:solidFill>
                <a:latin typeface="+mj-lt"/>
              </a:rPr>
              <a:t>Heizel</a:t>
            </a:r>
            <a:r>
              <a:rPr lang="en-US" sz="7200" dirty="0">
                <a:solidFill>
                  <a:schemeClr val="tx1"/>
                </a:solidFill>
                <a:latin typeface="+mj-lt"/>
              </a:rPr>
              <a:t> D.</a:t>
            </a:r>
          </a:p>
          <a:p>
            <a:pPr algn="l"/>
            <a:r>
              <a:rPr lang="en-US" sz="7200" dirty="0">
                <a:solidFill>
                  <a:schemeClr val="tx1"/>
                </a:solidFill>
                <a:latin typeface="+mj-lt"/>
              </a:rPr>
              <a:t>‎Rodriguez, John Cedrick N.</a:t>
            </a:r>
          </a:p>
          <a:p>
            <a:pPr algn="l"/>
            <a:r>
              <a:rPr lang="en-US" sz="7200" dirty="0">
                <a:solidFill>
                  <a:schemeClr val="tx1"/>
                </a:solidFill>
                <a:latin typeface="+mj-lt"/>
              </a:rPr>
              <a:t>‎</a:t>
            </a:r>
            <a:r>
              <a:rPr lang="en-US" sz="7200" dirty="0" err="1">
                <a:solidFill>
                  <a:schemeClr val="tx1"/>
                </a:solidFill>
                <a:latin typeface="+mj-lt"/>
              </a:rPr>
              <a:t>Isanan</a:t>
            </a:r>
            <a:r>
              <a:rPr lang="en-US" sz="7200" dirty="0">
                <a:solidFill>
                  <a:schemeClr val="tx1"/>
                </a:solidFill>
                <a:latin typeface="+mj-lt"/>
              </a:rPr>
              <a:t>, Margaux S. </a:t>
            </a:r>
          </a:p>
          <a:p>
            <a:r>
              <a:rPr lang="en-US" sz="7200" dirty="0">
                <a:solidFill>
                  <a:schemeClr val="tx1"/>
                </a:solidFill>
                <a:latin typeface="+mj-lt"/>
              </a:rPr>
              <a:t>‎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702690" y="1768685"/>
            <a:ext cx="10721801" cy="1862328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AquaPick</a:t>
            </a:r>
            <a:r>
              <a:rPr lang="en-US" sz="3200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: A Mobile Application for Water Stations in Calbayog 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49904" y="6597443"/>
            <a:ext cx="6694096" cy="246221"/>
          </a:xfrm>
          <a:prstGeom prst="rect">
            <a:avLst/>
          </a:prstGeom>
          <a:solidFill>
            <a:srgbClr val="186030"/>
          </a:solidFill>
          <a:ln>
            <a:solidFill>
              <a:srgbClr val="186030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i="1" dirty="0">
                <a:solidFill>
                  <a:schemeClr val="bg1"/>
                </a:solidFill>
              </a:rPr>
              <a:t>Rueda Street, Calbayog City, Samar, Philippines | +63 (055) 533 9857 |</a:t>
            </a:r>
            <a:r>
              <a:rPr lang="en-US" sz="1000" i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en-US" sz="1000" i="1" dirty="0">
                <a:solidFill>
                  <a:schemeClr val="bg1"/>
                </a:solidFill>
              </a:rPr>
              <a:t>main@nwssu.edu.ph</a:t>
            </a:r>
            <a:r>
              <a:rPr lang="en-US" sz="1000" i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en-US" sz="1000" i="1" dirty="0">
                <a:solidFill>
                  <a:schemeClr val="bg1"/>
                </a:solidFill>
              </a:rPr>
              <a:t>| www.nwssu.edu.ph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0221" y="5771413"/>
            <a:ext cx="767750" cy="620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822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064AF0-0890-62A6-8EBF-13B3A8BD435A}"/>
              </a:ext>
            </a:extLst>
          </p:cNvPr>
          <p:cNvSpPr txBox="1"/>
          <p:nvPr/>
        </p:nvSpPr>
        <p:spPr>
          <a:xfrm>
            <a:off x="561859" y="1069679"/>
            <a:ext cx="41974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 Project Context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AE959E-2089-2E41-0A55-486C51D61CDD}"/>
              </a:ext>
            </a:extLst>
          </p:cNvPr>
          <p:cNvSpPr txBox="1"/>
          <p:nvPr/>
        </p:nvSpPr>
        <p:spPr>
          <a:xfrm>
            <a:off x="1057620" y="2090172"/>
            <a:ext cx="10256704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 beneficiary of this is the water stations in Calbayog 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 It helps customers find water stations near them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Users can order water, see prices, and pay using the app or cash on delivery</a:t>
            </a:r>
          </a:p>
        </p:txBody>
      </p:sp>
    </p:spTree>
    <p:extLst>
      <p:ext uri="{BB962C8B-B14F-4D97-AF65-F5344CB8AC3E}">
        <p14:creationId xmlns:p14="http://schemas.microsoft.com/office/powerpoint/2010/main" val="4176505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D08730-0707-A03F-DEDF-F52EF1BE5AB6}"/>
              </a:ext>
            </a:extLst>
          </p:cNvPr>
          <p:cNvSpPr txBox="1"/>
          <p:nvPr/>
        </p:nvSpPr>
        <p:spPr>
          <a:xfrm>
            <a:off x="570123" y="1076765"/>
            <a:ext cx="60978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+mj-lt"/>
              </a:rPr>
              <a:t>Statement of the Problem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47AA39-6DFD-F243-D694-61CC4634A8E9}"/>
              </a:ext>
            </a:extLst>
          </p:cNvPr>
          <p:cNvSpPr txBox="1"/>
          <p:nvPr/>
        </p:nvSpPr>
        <p:spPr>
          <a:xfrm>
            <a:off x="1156771" y="1916935"/>
            <a:ext cx="906688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Difficulty in finding nearby water stations in Calbayog 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 Manual ordering process causes delays and miscommunication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Limited access to information on prices and available products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 No centralized system for easy ordering and payment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Water station owners struggle to manage orders and track sales</a:t>
            </a:r>
          </a:p>
        </p:txBody>
      </p:sp>
    </p:spTree>
    <p:extLst>
      <p:ext uri="{BB962C8B-B14F-4D97-AF65-F5344CB8AC3E}">
        <p14:creationId xmlns:p14="http://schemas.microsoft.com/office/powerpoint/2010/main" val="2051437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CE6CB9-8C9A-7503-C2FA-D0080C80D22A}"/>
              </a:ext>
            </a:extLst>
          </p:cNvPr>
          <p:cNvSpPr txBox="1"/>
          <p:nvPr/>
        </p:nvSpPr>
        <p:spPr>
          <a:xfrm>
            <a:off x="627962" y="1067756"/>
            <a:ext cx="9771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</a:rPr>
              <a:t>Proposed Solution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B84CE5-DE40-4A4B-385E-CC08643C0567}"/>
              </a:ext>
            </a:extLst>
          </p:cNvPr>
          <p:cNvSpPr txBox="1"/>
          <p:nvPr/>
        </p:nvSpPr>
        <p:spPr>
          <a:xfrm>
            <a:off x="892367" y="1972019"/>
            <a:ext cx="988212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 Develop </a:t>
            </a:r>
            <a:r>
              <a:rPr lang="en-US" sz="2800" dirty="0" err="1"/>
              <a:t>Aquapick</a:t>
            </a:r>
            <a:r>
              <a:rPr lang="en-US" sz="2800" dirty="0"/>
              <a:t> mobile application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 Provide list of nearby water stations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 Enable easy ordering of water products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 Offer multiple payment options (online or cash on delivery)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 Help water station owners manage orders and sales</a:t>
            </a:r>
          </a:p>
        </p:txBody>
      </p:sp>
    </p:spTree>
    <p:extLst>
      <p:ext uri="{BB962C8B-B14F-4D97-AF65-F5344CB8AC3E}">
        <p14:creationId xmlns:p14="http://schemas.microsoft.com/office/powerpoint/2010/main" val="792153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DE3C8D-0F39-045F-DFDF-19FB7C8A0ED6}"/>
              </a:ext>
            </a:extLst>
          </p:cNvPr>
          <p:cNvSpPr txBox="1"/>
          <p:nvPr/>
        </p:nvSpPr>
        <p:spPr>
          <a:xfrm>
            <a:off x="881351" y="1128787"/>
            <a:ext cx="2599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</a:rPr>
              <a:t>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5673C6-BA71-63EB-705B-57702045E506}"/>
              </a:ext>
            </a:extLst>
          </p:cNvPr>
          <p:cNvSpPr txBox="1"/>
          <p:nvPr/>
        </p:nvSpPr>
        <p:spPr>
          <a:xfrm>
            <a:off x="1123721" y="1894901"/>
            <a:ext cx="9298236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To design a user-friendly UI/UX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 To allow users to register accounts &amp; locate water stations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 To provide payment options to users such as online payment or cash on delivery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 To manage ordering or sales for water stations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To provide water station owners with tools to manage orders and monitor sales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13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013A35-A2C4-294D-0B86-40A882A99C6A}"/>
              </a:ext>
            </a:extLst>
          </p:cNvPr>
          <p:cNvSpPr txBox="1"/>
          <p:nvPr/>
        </p:nvSpPr>
        <p:spPr>
          <a:xfrm>
            <a:off x="749147" y="886417"/>
            <a:ext cx="37457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System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444162-86B8-706C-C48F-D65CBB980D44}"/>
              </a:ext>
            </a:extLst>
          </p:cNvPr>
          <p:cNvSpPr txBox="1"/>
          <p:nvPr/>
        </p:nvSpPr>
        <p:spPr>
          <a:xfrm>
            <a:off x="1145754" y="1600991"/>
            <a:ext cx="10432974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Users registration and login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Can search nearby water refilling stations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View available water products and prices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Place orders through the mobile application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Select payment method (online payment or cash on delivery)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 Order management system for water station owners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Sales tracking and monitoring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570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CD7F7B-667A-27FF-C479-95298EB24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637" y="841566"/>
            <a:ext cx="10515600" cy="716084"/>
          </a:xfrm>
        </p:spPr>
        <p:txBody>
          <a:bodyPr/>
          <a:lstStyle/>
          <a:p>
            <a:pPr algn="ctr"/>
            <a:r>
              <a:rPr lang="en-US" b="1" dirty="0">
                <a:latin typeface="+mj-lt"/>
              </a:rPr>
              <a:t>THANKYOU FOR LISTENING&lt;3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9DF780-DCA8-AF5E-B52E-A22D47208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2632" y="1662311"/>
            <a:ext cx="6929609" cy="3989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264381"/>
      </p:ext>
    </p:extLst>
  </p:cSld>
  <p:clrMapOvr>
    <a:masterClrMapping/>
  </p:clrMapOvr>
</p:sld>
</file>

<file path=ppt/theme/theme1.xml><?xml version="1.0" encoding="utf-8"?>
<a:theme xmlns:a="http://schemas.openxmlformats.org/drawingml/2006/main" name="UB Powerpoint Templat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WIDE" id="{320877F5-9057-5044-9670-55C377C33490}" vid="{043CC7DF-15AC-0F49-A0D1-304573C219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2153</TotalTime>
  <Words>318</Words>
  <Application>Microsoft Office PowerPoint</Application>
  <PresentationFormat>Widescreen</PresentationFormat>
  <Paragraphs>59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Georgia</vt:lpstr>
      <vt:lpstr>LucidaGrande</vt:lpstr>
      <vt:lpstr>Times New Roman</vt:lpstr>
      <vt:lpstr>UB Powerpoint Template</vt:lpstr>
      <vt:lpstr> AquaPick: A Mobile Application for Water Stations in Calbayog City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THANKYOU FOR LISTENING&lt;3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NwSSU PPT Green Template</dc:title>
  <dc:creator>Ronald A. Amoguez</dc:creator>
  <cp:lastModifiedBy>jeremiashoney738@gmail.com</cp:lastModifiedBy>
  <cp:revision>206</cp:revision>
  <cp:lastPrinted>2015-10-19T19:01:41Z</cp:lastPrinted>
  <dcterms:created xsi:type="dcterms:W3CDTF">2016-06-28T14:05:07Z</dcterms:created>
  <dcterms:modified xsi:type="dcterms:W3CDTF">2026-04-14T05:37:26Z</dcterms:modified>
</cp:coreProperties>
</file>