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9"/>
  </p:notesMasterIdLst>
  <p:handoutMasterIdLst>
    <p:handoutMasterId r:id="rId10"/>
  </p:handoutMasterIdLst>
  <p:sldIdLst>
    <p:sldId id="291" r:id="rId2"/>
    <p:sldId id="502" r:id="rId3"/>
    <p:sldId id="512" r:id="rId4"/>
    <p:sldId id="505" r:id="rId5"/>
    <p:sldId id="506" r:id="rId6"/>
    <p:sldId id="514" r:id="rId7"/>
    <p:sldId id="510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00"/>
    <a:srgbClr val="F3AFD6"/>
    <a:srgbClr val="4DC3EC"/>
    <a:srgbClr val="006600"/>
    <a:srgbClr val="828383"/>
    <a:srgbClr val="666666"/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2877" autoAdjust="0"/>
  </p:normalViewPr>
  <p:slideViewPr>
    <p:cSldViewPr snapToGrid="0" snapToObjects="1">
      <p:cViewPr varScale="1">
        <p:scale>
          <a:sx n="81" d="100"/>
          <a:sy n="81" d="100"/>
        </p:scale>
        <p:origin x="418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4/29/2026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84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nwssu-pptbg-greenful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" y="6"/>
            <a:ext cx="12190477" cy="6872085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51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17" name="Picture 16" descr="nwssu-ppt-logotext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714" y="5936343"/>
            <a:ext cx="5511111" cy="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nwssu-pptbg-greenful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4" y="-72570"/>
            <a:ext cx="12190477" cy="694465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11" name="Picture 10" descr="nwssu-ppt-logotext2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" y="-72570"/>
            <a:ext cx="12190477" cy="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4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41" y="2185421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13" y="2185421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9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9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5" y="930275"/>
            <a:ext cx="7093435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71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45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3" y="3998296"/>
            <a:ext cx="3602523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71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51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pic>
        <p:nvPicPr>
          <p:cNvPr id="10" name="Picture 9" descr="nwssu-pptbg-topgreen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64" y="432"/>
            <a:ext cx="12190477" cy="685714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 userDrawn="1"/>
        </p:nvSpPr>
        <p:spPr>
          <a:xfrm>
            <a:off x="2045779" y="1023930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9" y="2555892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74350" y="3715328"/>
            <a:ext cx="6638544" cy="1650381"/>
          </a:xfrm>
        </p:spPr>
        <p:txBody>
          <a:bodyPr>
            <a:noAutofit/>
          </a:bodyPr>
          <a:lstStyle/>
          <a:p>
            <a:r>
              <a:rPr lang="en-US" sz="1600" b="1" dirty="0" err="1">
                <a:latin typeface="+mn-lt"/>
              </a:rPr>
              <a:t>Presentor</a:t>
            </a:r>
            <a:r>
              <a:rPr lang="en-US" sz="1600" b="1" dirty="0">
                <a:latin typeface="+mn-lt"/>
              </a:rPr>
              <a:t>: </a:t>
            </a:r>
          </a:p>
          <a:p>
            <a:r>
              <a:rPr lang="en-US" sz="1600" b="1" dirty="0" err="1">
                <a:latin typeface="+mn-lt"/>
              </a:rPr>
              <a:t>Sintos</a:t>
            </a:r>
            <a:r>
              <a:rPr lang="en-US" sz="1600" b="1" dirty="0">
                <a:latin typeface="+mn-lt"/>
              </a:rPr>
              <a:t>, Robert</a:t>
            </a:r>
          </a:p>
          <a:p>
            <a:r>
              <a:rPr lang="en-US" sz="1600" b="1" dirty="0" err="1">
                <a:latin typeface="+mn-lt"/>
              </a:rPr>
              <a:t>Noroñia</a:t>
            </a:r>
            <a:r>
              <a:rPr lang="en-US" sz="1600" b="1" dirty="0">
                <a:latin typeface="+mn-lt"/>
              </a:rPr>
              <a:t>, Kian</a:t>
            </a:r>
          </a:p>
          <a:p>
            <a:r>
              <a:rPr lang="en-US" sz="1600" b="1" dirty="0" err="1">
                <a:latin typeface="+mn-lt"/>
              </a:rPr>
              <a:t>Lavendia</a:t>
            </a:r>
            <a:r>
              <a:rPr lang="en-US" sz="1600" b="1" dirty="0">
                <a:latin typeface="+mn-lt"/>
              </a:rPr>
              <a:t>, </a:t>
            </a:r>
            <a:r>
              <a:rPr lang="en-US" sz="1600" b="1" dirty="0" err="1">
                <a:latin typeface="+mn-lt"/>
              </a:rPr>
              <a:t>Xyrene</a:t>
            </a:r>
            <a:endParaRPr lang="en-US" sz="1600" b="1" dirty="0">
              <a:latin typeface="+mn-lt"/>
            </a:endParaRPr>
          </a:p>
          <a:p>
            <a:r>
              <a:rPr lang="en-US" sz="1600" b="1" dirty="0">
                <a:latin typeface="+mn-lt"/>
              </a:rPr>
              <a:t>Velasco, </a:t>
            </a:r>
            <a:r>
              <a:rPr lang="en-US" sz="1600" b="1" dirty="0" err="1">
                <a:latin typeface="+mn-lt"/>
              </a:rPr>
              <a:t>Vangeline</a:t>
            </a:r>
            <a:endParaRPr lang="en-US" sz="1600" b="1" dirty="0">
              <a:latin typeface="+mn-lt"/>
            </a:endParaRPr>
          </a:p>
          <a:p>
            <a:r>
              <a:rPr lang="en-US" sz="1600" b="1" dirty="0">
                <a:latin typeface="+mn-lt"/>
              </a:rPr>
              <a:t>Basnig, Estrella </a:t>
            </a:r>
          </a:p>
          <a:p>
            <a:endParaRPr lang="en-US" sz="1200" b="1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23660" y="2086125"/>
            <a:ext cx="8562449" cy="23865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36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LigtasCalbayog</a:t>
            </a:r>
            <a:r>
              <a:rPr lang="en-US" sz="3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Public Safety Platform for Residents </a:t>
            </a:r>
            <a:br>
              <a:rPr lang="en-US" sz="3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Calbayog City</a:t>
            </a:r>
            <a:br>
              <a:rPr lang="en-PH" sz="3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FC7C-1776-CADD-7FF7-F95036B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BC71AA-CE08-D30F-26C3-B9A97D29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04" y="962758"/>
            <a:ext cx="10515600" cy="716084"/>
          </a:xfrm>
        </p:spPr>
        <p:txBody>
          <a:bodyPr/>
          <a:lstStyle/>
          <a:p>
            <a:r>
              <a:rPr lang="en-PH" b="1" dirty="0">
                <a:solidFill>
                  <a:srgbClr val="000000"/>
                </a:solidFill>
              </a:rPr>
              <a:t>Project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4C11F-9687-2156-D60D-66D03F43ABDF}"/>
              </a:ext>
            </a:extLst>
          </p:cNvPr>
          <p:cNvSpPr txBox="1"/>
          <p:nvPr/>
        </p:nvSpPr>
        <p:spPr>
          <a:xfrm flipV="1">
            <a:off x="1257842" y="11117266"/>
            <a:ext cx="9692733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0291A9-E915-C899-01D7-C2FBAA1A5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" y="2071277"/>
            <a:ext cx="10982325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current public safety in Calbayog City relies on traditional reporting methods like physical walk-ins</a:t>
            </a:r>
            <a:r>
              <a:rPr lang="en-US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can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result in significant delays in police response and incomplete suspect identification.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Police officers frequently face challenges due to a lack of clear, actionable evidence, necessitating time-consuming follow-up questions and pin exact location.</a:t>
            </a:r>
          </a:p>
        </p:txBody>
      </p:sp>
    </p:spTree>
    <p:extLst>
      <p:ext uri="{BB962C8B-B14F-4D97-AF65-F5344CB8AC3E}">
        <p14:creationId xmlns:p14="http://schemas.microsoft.com/office/powerpoint/2010/main" val="97343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FC7C-1776-CADD-7FF7-F95036B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E96879-82A2-2551-4238-A9C256BF5307}"/>
              </a:ext>
            </a:extLst>
          </p:cNvPr>
          <p:cNvSpPr txBox="1"/>
          <p:nvPr/>
        </p:nvSpPr>
        <p:spPr>
          <a:xfrm>
            <a:off x="715818" y="1229020"/>
            <a:ext cx="10760364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LigtasCalbayog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platform is being developed for the Philippine National Police (PNP) in Calbayog City to maintain law and order.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system addresses the need for a more efficient public safety platform, as incidents are often reported through walk-ins, phone calls, or social media.</a:t>
            </a:r>
          </a:p>
        </p:txBody>
      </p:sp>
    </p:spTree>
    <p:extLst>
      <p:ext uri="{BB962C8B-B14F-4D97-AF65-F5344CB8AC3E}">
        <p14:creationId xmlns:p14="http://schemas.microsoft.com/office/powerpoint/2010/main" val="163319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FC7C-1776-CADD-7FF7-F95036B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72EB5C-4970-2235-A7AA-20D73BA4C21B}"/>
              </a:ext>
            </a:extLst>
          </p:cNvPr>
          <p:cNvSpPr txBox="1"/>
          <p:nvPr/>
        </p:nvSpPr>
        <p:spPr>
          <a:xfrm>
            <a:off x="424873" y="11497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600" b="1" dirty="0">
                <a:solidFill>
                  <a:srgbClr val="000000"/>
                </a:solidFill>
                <a:latin typeface="Georgia" panose="02040502050405020303" pitchFamily="18" charset="0"/>
              </a:rPr>
              <a:t>Objectives</a:t>
            </a:r>
            <a:endParaRPr lang="en-PH" sz="36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AC94B4-6B75-8515-D1D9-574AD2C9B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018639"/>
            <a:ext cx="1095432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develop and implement a Mobile Application between the citizen and PNP.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establish a Web Dashboard for PNP.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Modernize crime reports.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Improve crime solutions.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enhance the suspect identifications and documentation evidence.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improve overall trust, transparency,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29248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FC7C-1776-CADD-7FF7-F95036B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4525E5F-EE72-E72E-C7D6-F72623D10E21}"/>
              </a:ext>
            </a:extLst>
          </p:cNvPr>
          <p:cNvSpPr txBox="1"/>
          <p:nvPr/>
        </p:nvSpPr>
        <p:spPr>
          <a:xfrm>
            <a:off x="249383" y="983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600" b="1" dirty="0">
                <a:solidFill>
                  <a:srgbClr val="000000"/>
                </a:solidFill>
                <a:latin typeface="Georgia" panose="02040502050405020303" pitchFamily="18" charset="0"/>
              </a:rPr>
              <a:t>System Functions</a:t>
            </a:r>
            <a:endParaRPr lang="en-PH" sz="36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73E3CB8-5790-0C31-78FA-4139BF186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81" y="2355444"/>
            <a:ext cx="11083637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Citizen Mobile Application: Allows residents to submit crime reports with photos/videos and automatically includes incident locations.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PNP Mobile Application: Enables officers to receive real-time reports, view evidence, and identify suspects for rapid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PNP Web Dashboard: Centralized platform for monitoring reports, tracking incidents, managing responses, and documenting evidence.</a:t>
            </a:r>
          </a:p>
        </p:txBody>
      </p:sp>
    </p:spTree>
    <p:extLst>
      <p:ext uri="{BB962C8B-B14F-4D97-AF65-F5344CB8AC3E}">
        <p14:creationId xmlns:p14="http://schemas.microsoft.com/office/powerpoint/2010/main" val="36818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F9E873-5E5D-4064-A96B-6659CA02A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2189265"/>
            <a:ext cx="11034928" cy="345739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80808"/>
                </a:solidFill>
              </a:rPr>
              <a:t>GPS Location Accuracy: While the system can provide real-time location data via GPS, it may not always be pinpoint accurate.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080808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80808"/>
                </a:solidFill>
              </a:rPr>
              <a:t>Device and Accessibility Limitations: Recognizing that not all citizens possess advanced smart phones or consistent data access, the system will continue to accept traditional phone calls as a reporting method.</a:t>
            </a:r>
            <a:endParaRPr lang="en-AE" sz="2400" dirty="0">
              <a:solidFill>
                <a:srgbClr val="080808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FA3795-7AF5-406C-90BC-CA6C224D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Limitations</a:t>
            </a:r>
            <a:endParaRPr lang="en-A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66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5FC7C-1776-CADD-7FF7-F95036B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A4125F-9DE6-4E10-F84D-B90775EB600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41640" y="5298420"/>
            <a:ext cx="743086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6FFDED-6ABF-A1ED-8AF9-7A7CD875C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878" y="2439983"/>
            <a:ext cx="78711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0D057-5E3E-52CE-D901-E56026057CDE}"/>
              </a:ext>
            </a:extLst>
          </p:cNvPr>
          <p:cNvSpPr txBox="1"/>
          <p:nvPr/>
        </p:nvSpPr>
        <p:spPr>
          <a:xfrm>
            <a:off x="725054" y="1545832"/>
            <a:ext cx="1074189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l-PH" sz="13800" b="1" dirty="0">
                <a:solidFill>
                  <a:schemeClr val="tx1">
                    <a:lumMod val="50000"/>
                  </a:schemeClr>
                </a:solidFill>
              </a:rPr>
              <a:t>Thank </a:t>
            </a:r>
          </a:p>
          <a:p>
            <a:pPr algn="ctr"/>
            <a:r>
              <a:rPr lang="fil-PH" sz="13800" b="1" dirty="0">
                <a:solidFill>
                  <a:schemeClr val="tx1">
                    <a:lumMod val="50000"/>
                  </a:schemeClr>
                </a:solidFill>
              </a:rPr>
              <a:t>You</a:t>
            </a:r>
            <a:endParaRPr lang="en-PH" sz="138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86180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4468</TotalTime>
  <Words>309</Words>
  <Application>Microsoft Office PowerPoint</Application>
  <PresentationFormat>Widescreen</PresentationFormat>
  <Paragraphs>30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LucidaGrande</vt:lpstr>
      <vt:lpstr>UB Powerpoint Template</vt:lpstr>
      <vt:lpstr>LigtasCalbayog: A Public Safety Platform for Residents  of Calbayog City </vt:lpstr>
      <vt:lpstr>Project Context</vt:lpstr>
      <vt:lpstr>PowerPoint Presentation</vt:lpstr>
      <vt:lpstr>PowerPoint Presentation</vt:lpstr>
      <vt:lpstr>PowerPoint Presentation</vt:lpstr>
      <vt:lpstr>Limitations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Ronald A. Amoguez</dc:creator>
  <cp:lastModifiedBy>ilovemyelot@gmail.com</cp:lastModifiedBy>
  <cp:revision>298</cp:revision>
  <cp:lastPrinted>2015-10-19T19:01:41Z</cp:lastPrinted>
  <dcterms:created xsi:type="dcterms:W3CDTF">2016-06-28T14:05:07Z</dcterms:created>
  <dcterms:modified xsi:type="dcterms:W3CDTF">2026-04-29T07:44:05Z</dcterms:modified>
</cp:coreProperties>
</file>